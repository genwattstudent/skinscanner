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FD8BF-B347-48D1-9A4F-70E025C75B0A}" v="413" dt="2026-04-07T08:54:13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4076F-F89B-4ECD-9B92-08B81455E9E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829927-7C73-41BC-A575-D81A17652C75}">
      <dgm:prSet/>
      <dgm:spPr/>
      <dgm:t>
        <a:bodyPr/>
        <a:lstStyle/>
        <a:p>
          <a:r>
            <a:rPr lang="pl-PL"/>
            <a:t>Wstęp i cel pracy</a:t>
          </a:r>
          <a:endParaRPr lang="en-US"/>
        </a:p>
      </dgm:t>
    </dgm:pt>
    <dgm:pt modelId="{E8F69D78-B4D5-4C8F-B103-161E789992AF}" type="parTrans" cxnId="{29682865-CDA8-4D47-9A14-DA99919582BB}">
      <dgm:prSet/>
      <dgm:spPr/>
      <dgm:t>
        <a:bodyPr/>
        <a:lstStyle/>
        <a:p>
          <a:endParaRPr lang="en-US"/>
        </a:p>
      </dgm:t>
    </dgm:pt>
    <dgm:pt modelId="{B1E736B2-7956-4E15-932B-0E0322EA60FB}" type="sibTrans" cxnId="{29682865-CDA8-4D47-9A14-DA99919582BB}">
      <dgm:prSet/>
      <dgm:spPr/>
      <dgm:t>
        <a:bodyPr/>
        <a:lstStyle/>
        <a:p>
          <a:endParaRPr lang="en-US"/>
        </a:p>
      </dgm:t>
    </dgm:pt>
    <dgm:pt modelId="{061B1AC0-E1C8-4591-9533-08BFA00D49C2}">
      <dgm:prSet/>
      <dgm:spPr/>
      <dgm:t>
        <a:bodyPr/>
        <a:lstStyle/>
        <a:p>
          <a:r>
            <a:rPr lang="pl-PL"/>
            <a:t>Przegląd literatury</a:t>
          </a:r>
          <a:endParaRPr lang="en-US"/>
        </a:p>
      </dgm:t>
    </dgm:pt>
    <dgm:pt modelId="{9EFBEDFA-6FF4-4DCB-84C5-61D52D3E0622}" type="parTrans" cxnId="{8DE4D75C-6D73-45C4-B9A7-1F93ECFD0A52}">
      <dgm:prSet/>
      <dgm:spPr/>
      <dgm:t>
        <a:bodyPr/>
        <a:lstStyle/>
        <a:p>
          <a:endParaRPr lang="en-US"/>
        </a:p>
      </dgm:t>
    </dgm:pt>
    <dgm:pt modelId="{D2457CE3-B086-40EA-83B7-C8FE53757B19}" type="sibTrans" cxnId="{8DE4D75C-6D73-45C4-B9A7-1F93ECFD0A52}">
      <dgm:prSet/>
      <dgm:spPr/>
      <dgm:t>
        <a:bodyPr/>
        <a:lstStyle/>
        <a:p>
          <a:endParaRPr lang="en-US"/>
        </a:p>
      </dgm:t>
    </dgm:pt>
    <dgm:pt modelId="{854FD786-CF86-4F30-8493-37A93714B91C}">
      <dgm:prSet/>
      <dgm:spPr/>
      <dgm:t>
        <a:bodyPr/>
        <a:lstStyle/>
        <a:p>
          <a:r>
            <a:rPr lang="pl-PL"/>
            <a:t>Zbiór danych</a:t>
          </a:r>
          <a:endParaRPr lang="en-US"/>
        </a:p>
      </dgm:t>
    </dgm:pt>
    <dgm:pt modelId="{091CA7EC-F6BD-4828-8960-219B8F34A581}" type="parTrans" cxnId="{95EE66B9-3318-4911-A1D5-EAA91F6A6202}">
      <dgm:prSet/>
      <dgm:spPr/>
      <dgm:t>
        <a:bodyPr/>
        <a:lstStyle/>
        <a:p>
          <a:endParaRPr lang="en-US"/>
        </a:p>
      </dgm:t>
    </dgm:pt>
    <dgm:pt modelId="{B6B9241A-2A07-4335-9967-73129131FC26}" type="sibTrans" cxnId="{95EE66B9-3318-4911-A1D5-EAA91F6A6202}">
      <dgm:prSet/>
      <dgm:spPr/>
      <dgm:t>
        <a:bodyPr/>
        <a:lstStyle/>
        <a:p>
          <a:endParaRPr lang="en-US"/>
        </a:p>
      </dgm:t>
    </dgm:pt>
    <dgm:pt modelId="{94286615-A051-4F4C-B040-C1FF4EB5C70A}">
      <dgm:prSet/>
      <dgm:spPr/>
      <dgm:t>
        <a:bodyPr/>
        <a:lstStyle/>
        <a:p>
          <a:r>
            <a:rPr lang="pl-PL"/>
            <a:t>Metodologia i modele</a:t>
          </a:r>
          <a:endParaRPr lang="en-US"/>
        </a:p>
      </dgm:t>
    </dgm:pt>
    <dgm:pt modelId="{DE4EDD6D-1B53-41BD-967F-895AD2FA5EC7}" type="parTrans" cxnId="{05052E36-B24B-42AB-9DFD-8BEF8474D985}">
      <dgm:prSet/>
      <dgm:spPr/>
      <dgm:t>
        <a:bodyPr/>
        <a:lstStyle/>
        <a:p>
          <a:endParaRPr lang="en-US"/>
        </a:p>
      </dgm:t>
    </dgm:pt>
    <dgm:pt modelId="{C071BDEC-D810-4B2F-9281-5E7CE1C34E84}" type="sibTrans" cxnId="{05052E36-B24B-42AB-9DFD-8BEF8474D985}">
      <dgm:prSet/>
      <dgm:spPr/>
      <dgm:t>
        <a:bodyPr/>
        <a:lstStyle/>
        <a:p>
          <a:endParaRPr lang="en-US"/>
        </a:p>
      </dgm:t>
    </dgm:pt>
    <dgm:pt modelId="{D7F3C5F9-0CB8-47F4-8FD5-3A58572B4114}">
      <dgm:prSet/>
      <dgm:spPr/>
      <dgm:t>
        <a:bodyPr/>
        <a:lstStyle/>
        <a:p>
          <a:r>
            <a:rPr lang="pl-PL"/>
            <a:t>Proces treningu</a:t>
          </a:r>
          <a:endParaRPr lang="en-US"/>
        </a:p>
      </dgm:t>
    </dgm:pt>
    <dgm:pt modelId="{9D692655-73F5-4476-AAAB-5CBFB1929C30}" type="parTrans" cxnId="{DED61A3B-CF88-446D-B698-A6A77B1D46EF}">
      <dgm:prSet/>
      <dgm:spPr/>
      <dgm:t>
        <a:bodyPr/>
        <a:lstStyle/>
        <a:p>
          <a:endParaRPr lang="en-US"/>
        </a:p>
      </dgm:t>
    </dgm:pt>
    <dgm:pt modelId="{FB816C22-0213-481D-846E-6A9CEF4CC862}" type="sibTrans" cxnId="{DED61A3B-CF88-446D-B698-A6A77B1D46EF}">
      <dgm:prSet/>
      <dgm:spPr/>
      <dgm:t>
        <a:bodyPr/>
        <a:lstStyle/>
        <a:p>
          <a:endParaRPr lang="en-US"/>
        </a:p>
      </dgm:t>
    </dgm:pt>
    <dgm:pt modelId="{C8455874-5795-43CE-846B-8D80C967F665}">
      <dgm:prSet/>
      <dgm:spPr/>
      <dgm:t>
        <a:bodyPr/>
        <a:lstStyle/>
        <a:p>
          <a:r>
            <a:rPr lang="pl-PL"/>
            <a:t>Wyniki porównawcze</a:t>
          </a:r>
          <a:endParaRPr lang="en-US"/>
        </a:p>
      </dgm:t>
    </dgm:pt>
    <dgm:pt modelId="{F91A678D-9887-4F3C-B286-E4E4B416C0DD}" type="parTrans" cxnId="{72DB7F97-4917-4D5F-AE92-DA81CDFD3917}">
      <dgm:prSet/>
      <dgm:spPr/>
      <dgm:t>
        <a:bodyPr/>
        <a:lstStyle/>
        <a:p>
          <a:endParaRPr lang="en-US"/>
        </a:p>
      </dgm:t>
    </dgm:pt>
    <dgm:pt modelId="{F560867F-F24E-4D00-8D36-55304580CBF0}" type="sibTrans" cxnId="{72DB7F97-4917-4D5F-AE92-DA81CDFD3917}">
      <dgm:prSet/>
      <dgm:spPr/>
      <dgm:t>
        <a:bodyPr/>
        <a:lstStyle/>
        <a:p>
          <a:endParaRPr lang="en-US"/>
        </a:p>
      </dgm:t>
    </dgm:pt>
    <dgm:pt modelId="{8573B73C-93EF-479B-9143-30A24593B2F0}">
      <dgm:prSet/>
      <dgm:spPr/>
      <dgm:t>
        <a:bodyPr/>
        <a:lstStyle/>
        <a:p>
          <a:r>
            <a:rPr lang="pl-PL"/>
            <a:t>Interpretowalność (Grad-CAM)</a:t>
          </a:r>
          <a:endParaRPr lang="en-US"/>
        </a:p>
      </dgm:t>
    </dgm:pt>
    <dgm:pt modelId="{A88A13A9-DC92-424D-9DB7-F31D50FB54B8}" type="parTrans" cxnId="{542CC7A3-75FB-4C5A-BBCE-03B8D68E9F77}">
      <dgm:prSet/>
      <dgm:spPr/>
      <dgm:t>
        <a:bodyPr/>
        <a:lstStyle/>
        <a:p>
          <a:endParaRPr lang="en-US"/>
        </a:p>
      </dgm:t>
    </dgm:pt>
    <dgm:pt modelId="{3DE78C53-9B7D-4F46-9C31-9F42FCEE9F08}" type="sibTrans" cxnId="{542CC7A3-75FB-4C5A-BBCE-03B8D68E9F77}">
      <dgm:prSet/>
      <dgm:spPr/>
      <dgm:t>
        <a:bodyPr/>
        <a:lstStyle/>
        <a:p>
          <a:endParaRPr lang="en-US"/>
        </a:p>
      </dgm:t>
    </dgm:pt>
    <dgm:pt modelId="{677EF8D5-A7A6-4643-BF15-8F65C5301B49}">
      <dgm:prSet/>
      <dgm:spPr/>
      <dgm:t>
        <a:bodyPr/>
        <a:lstStyle/>
        <a:p>
          <a:r>
            <a:rPr lang="pl-PL"/>
            <a:t>Aplikacja webowa</a:t>
          </a:r>
          <a:endParaRPr lang="en-US"/>
        </a:p>
      </dgm:t>
    </dgm:pt>
    <dgm:pt modelId="{DE9C9456-FCDB-4731-93E6-DE52BE7A153F}" type="parTrans" cxnId="{9606F360-9813-4EAD-872A-21DC1B4ED38B}">
      <dgm:prSet/>
      <dgm:spPr/>
      <dgm:t>
        <a:bodyPr/>
        <a:lstStyle/>
        <a:p>
          <a:endParaRPr lang="en-US"/>
        </a:p>
      </dgm:t>
    </dgm:pt>
    <dgm:pt modelId="{83EDD455-7F84-481E-B673-CAB273DB6791}" type="sibTrans" cxnId="{9606F360-9813-4EAD-872A-21DC1B4ED38B}">
      <dgm:prSet/>
      <dgm:spPr/>
      <dgm:t>
        <a:bodyPr/>
        <a:lstStyle/>
        <a:p>
          <a:endParaRPr lang="en-US"/>
        </a:p>
      </dgm:t>
    </dgm:pt>
    <dgm:pt modelId="{66F5FFB9-8783-451F-AC00-E4A86E6AD3D2}">
      <dgm:prSet/>
      <dgm:spPr/>
      <dgm:t>
        <a:bodyPr/>
        <a:lstStyle/>
        <a:p>
          <a:r>
            <a:rPr lang="pl-PL"/>
            <a:t>Test odporności i eksport modeli</a:t>
          </a:r>
          <a:endParaRPr lang="en-US"/>
        </a:p>
      </dgm:t>
    </dgm:pt>
    <dgm:pt modelId="{E3AF406E-FA06-443F-9E86-24E65D462C8F}" type="parTrans" cxnId="{59BEBF22-2811-4535-BA90-BF4127329C3A}">
      <dgm:prSet/>
      <dgm:spPr/>
      <dgm:t>
        <a:bodyPr/>
        <a:lstStyle/>
        <a:p>
          <a:endParaRPr lang="en-US"/>
        </a:p>
      </dgm:t>
    </dgm:pt>
    <dgm:pt modelId="{38A52EB4-22EF-4161-A9C0-5B48537956A2}" type="sibTrans" cxnId="{59BEBF22-2811-4535-BA90-BF4127329C3A}">
      <dgm:prSet/>
      <dgm:spPr/>
      <dgm:t>
        <a:bodyPr/>
        <a:lstStyle/>
        <a:p>
          <a:endParaRPr lang="en-US"/>
        </a:p>
      </dgm:t>
    </dgm:pt>
    <dgm:pt modelId="{89F22E05-6315-49EC-AB7D-4E81AD09CC52}">
      <dgm:prSet/>
      <dgm:spPr/>
      <dgm:t>
        <a:bodyPr/>
        <a:lstStyle/>
        <a:p>
          <a:r>
            <a:rPr lang="pl-PL"/>
            <a:t>Wnioski i kierunki dalszych prac</a:t>
          </a:r>
          <a:endParaRPr lang="en-US"/>
        </a:p>
      </dgm:t>
    </dgm:pt>
    <dgm:pt modelId="{4FD87204-3F2D-4BE5-87FC-6F4E7352CE61}" type="parTrans" cxnId="{EEC3C121-2C78-4154-87E6-753717560607}">
      <dgm:prSet/>
      <dgm:spPr/>
      <dgm:t>
        <a:bodyPr/>
        <a:lstStyle/>
        <a:p>
          <a:endParaRPr lang="en-US"/>
        </a:p>
      </dgm:t>
    </dgm:pt>
    <dgm:pt modelId="{9EDC8579-AB94-4B18-AC14-6EDDD2EDF831}" type="sibTrans" cxnId="{EEC3C121-2C78-4154-87E6-753717560607}">
      <dgm:prSet/>
      <dgm:spPr/>
      <dgm:t>
        <a:bodyPr/>
        <a:lstStyle/>
        <a:p>
          <a:endParaRPr lang="en-US"/>
        </a:p>
      </dgm:t>
    </dgm:pt>
    <dgm:pt modelId="{7D9B7E23-4630-4F51-97D3-F5D583C7BB93}" type="pres">
      <dgm:prSet presAssocID="{2334076F-F89B-4ECD-9B92-08B81455E9E4}" presName="Name0" presStyleCnt="0">
        <dgm:presLayoutVars>
          <dgm:dir/>
          <dgm:resizeHandles val="exact"/>
        </dgm:presLayoutVars>
      </dgm:prSet>
      <dgm:spPr/>
    </dgm:pt>
    <dgm:pt modelId="{16FE9035-7F09-4BE6-BDE6-38E1865EDEAD}" type="pres">
      <dgm:prSet presAssocID="{1D829927-7C73-41BC-A575-D81A17652C75}" presName="node" presStyleLbl="node1" presStyleIdx="0" presStyleCnt="10">
        <dgm:presLayoutVars>
          <dgm:bulletEnabled val="1"/>
        </dgm:presLayoutVars>
      </dgm:prSet>
      <dgm:spPr/>
    </dgm:pt>
    <dgm:pt modelId="{BC2FA3EC-BC44-4241-88BF-6F58CDC0B589}" type="pres">
      <dgm:prSet presAssocID="{B1E736B2-7956-4E15-932B-0E0322EA60FB}" presName="sibTrans" presStyleLbl="sibTrans1D1" presStyleIdx="0" presStyleCnt="9"/>
      <dgm:spPr/>
    </dgm:pt>
    <dgm:pt modelId="{FB8FCE47-BFB3-4054-9496-09310D133F63}" type="pres">
      <dgm:prSet presAssocID="{B1E736B2-7956-4E15-932B-0E0322EA60FB}" presName="connectorText" presStyleLbl="sibTrans1D1" presStyleIdx="0" presStyleCnt="9"/>
      <dgm:spPr/>
    </dgm:pt>
    <dgm:pt modelId="{9DF56125-F903-4A90-94DC-047FA423066D}" type="pres">
      <dgm:prSet presAssocID="{061B1AC0-E1C8-4591-9533-08BFA00D49C2}" presName="node" presStyleLbl="node1" presStyleIdx="1" presStyleCnt="10">
        <dgm:presLayoutVars>
          <dgm:bulletEnabled val="1"/>
        </dgm:presLayoutVars>
      </dgm:prSet>
      <dgm:spPr/>
    </dgm:pt>
    <dgm:pt modelId="{0A6C1651-4D39-42DF-B39E-EE9E4A8570D2}" type="pres">
      <dgm:prSet presAssocID="{D2457CE3-B086-40EA-83B7-C8FE53757B19}" presName="sibTrans" presStyleLbl="sibTrans1D1" presStyleIdx="1" presStyleCnt="9"/>
      <dgm:spPr/>
    </dgm:pt>
    <dgm:pt modelId="{E16A6118-A4BC-441D-AB63-54B411AD5D32}" type="pres">
      <dgm:prSet presAssocID="{D2457CE3-B086-40EA-83B7-C8FE53757B19}" presName="connectorText" presStyleLbl="sibTrans1D1" presStyleIdx="1" presStyleCnt="9"/>
      <dgm:spPr/>
    </dgm:pt>
    <dgm:pt modelId="{F69CE333-C338-471D-A613-7E2D64AEAF04}" type="pres">
      <dgm:prSet presAssocID="{854FD786-CF86-4F30-8493-37A93714B91C}" presName="node" presStyleLbl="node1" presStyleIdx="2" presStyleCnt="10">
        <dgm:presLayoutVars>
          <dgm:bulletEnabled val="1"/>
        </dgm:presLayoutVars>
      </dgm:prSet>
      <dgm:spPr/>
    </dgm:pt>
    <dgm:pt modelId="{6D0CEFDE-50C6-4FAB-8502-C9E1C11E36A1}" type="pres">
      <dgm:prSet presAssocID="{B6B9241A-2A07-4335-9967-73129131FC26}" presName="sibTrans" presStyleLbl="sibTrans1D1" presStyleIdx="2" presStyleCnt="9"/>
      <dgm:spPr/>
    </dgm:pt>
    <dgm:pt modelId="{C49D00AC-17C7-42FB-B733-B91091A24DE1}" type="pres">
      <dgm:prSet presAssocID="{B6B9241A-2A07-4335-9967-73129131FC26}" presName="connectorText" presStyleLbl="sibTrans1D1" presStyleIdx="2" presStyleCnt="9"/>
      <dgm:spPr/>
    </dgm:pt>
    <dgm:pt modelId="{D6B53FD2-B70F-4A54-AD53-85AB11FCE8A7}" type="pres">
      <dgm:prSet presAssocID="{94286615-A051-4F4C-B040-C1FF4EB5C70A}" presName="node" presStyleLbl="node1" presStyleIdx="3" presStyleCnt="10">
        <dgm:presLayoutVars>
          <dgm:bulletEnabled val="1"/>
        </dgm:presLayoutVars>
      </dgm:prSet>
      <dgm:spPr/>
    </dgm:pt>
    <dgm:pt modelId="{3210ADE8-3C83-4EC0-89BA-CBB1561871B1}" type="pres">
      <dgm:prSet presAssocID="{C071BDEC-D810-4B2F-9281-5E7CE1C34E84}" presName="sibTrans" presStyleLbl="sibTrans1D1" presStyleIdx="3" presStyleCnt="9"/>
      <dgm:spPr/>
    </dgm:pt>
    <dgm:pt modelId="{753BE1E8-F3AE-4EB0-8C02-F19D470FD48B}" type="pres">
      <dgm:prSet presAssocID="{C071BDEC-D810-4B2F-9281-5E7CE1C34E84}" presName="connectorText" presStyleLbl="sibTrans1D1" presStyleIdx="3" presStyleCnt="9"/>
      <dgm:spPr/>
    </dgm:pt>
    <dgm:pt modelId="{3DD372ED-97B9-43DB-B87E-E4AB123E9D1B}" type="pres">
      <dgm:prSet presAssocID="{D7F3C5F9-0CB8-47F4-8FD5-3A58572B4114}" presName="node" presStyleLbl="node1" presStyleIdx="4" presStyleCnt="10">
        <dgm:presLayoutVars>
          <dgm:bulletEnabled val="1"/>
        </dgm:presLayoutVars>
      </dgm:prSet>
      <dgm:spPr/>
    </dgm:pt>
    <dgm:pt modelId="{672795D4-A7E9-4CAA-951F-40CED84EDA9A}" type="pres">
      <dgm:prSet presAssocID="{FB816C22-0213-481D-846E-6A9CEF4CC862}" presName="sibTrans" presStyleLbl="sibTrans1D1" presStyleIdx="4" presStyleCnt="9"/>
      <dgm:spPr/>
    </dgm:pt>
    <dgm:pt modelId="{8AF2EA9C-A7C2-4B4D-85D5-D545ABC18B67}" type="pres">
      <dgm:prSet presAssocID="{FB816C22-0213-481D-846E-6A9CEF4CC862}" presName="connectorText" presStyleLbl="sibTrans1D1" presStyleIdx="4" presStyleCnt="9"/>
      <dgm:spPr/>
    </dgm:pt>
    <dgm:pt modelId="{A612FA17-FFC6-46BD-B0D3-3336D4769956}" type="pres">
      <dgm:prSet presAssocID="{C8455874-5795-43CE-846B-8D80C967F665}" presName="node" presStyleLbl="node1" presStyleIdx="5" presStyleCnt="10">
        <dgm:presLayoutVars>
          <dgm:bulletEnabled val="1"/>
        </dgm:presLayoutVars>
      </dgm:prSet>
      <dgm:spPr/>
    </dgm:pt>
    <dgm:pt modelId="{B0BCB6DC-BE7A-4C13-83F3-CA5765EF5242}" type="pres">
      <dgm:prSet presAssocID="{F560867F-F24E-4D00-8D36-55304580CBF0}" presName="sibTrans" presStyleLbl="sibTrans1D1" presStyleIdx="5" presStyleCnt="9"/>
      <dgm:spPr/>
    </dgm:pt>
    <dgm:pt modelId="{64D608C1-D5A5-472B-9992-661D544B1D12}" type="pres">
      <dgm:prSet presAssocID="{F560867F-F24E-4D00-8D36-55304580CBF0}" presName="connectorText" presStyleLbl="sibTrans1D1" presStyleIdx="5" presStyleCnt="9"/>
      <dgm:spPr/>
    </dgm:pt>
    <dgm:pt modelId="{1798BF0C-DCFF-42A4-BD95-6B4C7B59781D}" type="pres">
      <dgm:prSet presAssocID="{8573B73C-93EF-479B-9143-30A24593B2F0}" presName="node" presStyleLbl="node1" presStyleIdx="6" presStyleCnt="10">
        <dgm:presLayoutVars>
          <dgm:bulletEnabled val="1"/>
        </dgm:presLayoutVars>
      </dgm:prSet>
      <dgm:spPr/>
    </dgm:pt>
    <dgm:pt modelId="{3592AEF3-0912-4D3D-8516-EBB543ACABA0}" type="pres">
      <dgm:prSet presAssocID="{3DE78C53-9B7D-4F46-9C31-9F42FCEE9F08}" presName="sibTrans" presStyleLbl="sibTrans1D1" presStyleIdx="6" presStyleCnt="9"/>
      <dgm:spPr/>
    </dgm:pt>
    <dgm:pt modelId="{B40ABCE4-B4D3-4ABA-B742-DB16FCE7CB13}" type="pres">
      <dgm:prSet presAssocID="{3DE78C53-9B7D-4F46-9C31-9F42FCEE9F08}" presName="connectorText" presStyleLbl="sibTrans1D1" presStyleIdx="6" presStyleCnt="9"/>
      <dgm:spPr/>
    </dgm:pt>
    <dgm:pt modelId="{BD918CFD-9ACC-45E1-A76D-7802AC597B63}" type="pres">
      <dgm:prSet presAssocID="{677EF8D5-A7A6-4643-BF15-8F65C5301B49}" presName="node" presStyleLbl="node1" presStyleIdx="7" presStyleCnt="10">
        <dgm:presLayoutVars>
          <dgm:bulletEnabled val="1"/>
        </dgm:presLayoutVars>
      </dgm:prSet>
      <dgm:spPr/>
    </dgm:pt>
    <dgm:pt modelId="{6952A6B3-6C8D-4A2B-B089-8C4FA8F77BCD}" type="pres">
      <dgm:prSet presAssocID="{83EDD455-7F84-481E-B673-CAB273DB6791}" presName="sibTrans" presStyleLbl="sibTrans1D1" presStyleIdx="7" presStyleCnt="9"/>
      <dgm:spPr/>
    </dgm:pt>
    <dgm:pt modelId="{B8BF5B26-BA10-4DB0-A0BA-A3F11C3EFBD1}" type="pres">
      <dgm:prSet presAssocID="{83EDD455-7F84-481E-B673-CAB273DB6791}" presName="connectorText" presStyleLbl="sibTrans1D1" presStyleIdx="7" presStyleCnt="9"/>
      <dgm:spPr/>
    </dgm:pt>
    <dgm:pt modelId="{68E4A6B6-C3B0-4A5F-B636-3A2C0EE7C36D}" type="pres">
      <dgm:prSet presAssocID="{66F5FFB9-8783-451F-AC00-E4A86E6AD3D2}" presName="node" presStyleLbl="node1" presStyleIdx="8" presStyleCnt="10">
        <dgm:presLayoutVars>
          <dgm:bulletEnabled val="1"/>
        </dgm:presLayoutVars>
      </dgm:prSet>
      <dgm:spPr/>
    </dgm:pt>
    <dgm:pt modelId="{C684109D-2769-48E4-9512-5BE676652637}" type="pres">
      <dgm:prSet presAssocID="{38A52EB4-22EF-4161-A9C0-5B48537956A2}" presName="sibTrans" presStyleLbl="sibTrans1D1" presStyleIdx="8" presStyleCnt="9"/>
      <dgm:spPr/>
    </dgm:pt>
    <dgm:pt modelId="{A031AAD3-8576-42CC-A95D-C2478E24E628}" type="pres">
      <dgm:prSet presAssocID="{38A52EB4-22EF-4161-A9C0-5B48537956A2}" presName="connectorText" presStyleLbl="sibTrans1D1" presStyleIdx="8" presStyleCnt="9"/>
      <dgm:spPr/>
    </dgm:pt>
    <dgm:pt modelId="{1D7DEFF3-8AAA-4F17-8A96-FC13E069474A}" type="pres">
      <dgm:prSet presAssocID="{89F22E05-6315-49EC-AB7D-4E81AD09CC52}" presName="node" presStyleLbl="node1" presStyleIdx="9" presStyleCnt="10">
        <dgm:presLayoutVars>
          <dgm:bulletEnabled val="1"/>
        </dgm:presLayoutVars>
      </dgm:prSet>
      <dgm:spPr/>
    </dgm:pt>
  </dgm:ptLst>
  <dgm:cxnLst>
    <dgm:cxn modelId="{EF43F80F-63B5-4F50-8980-F69BFF457EAF}" type="presOf" srcId="{C071BDEC-D810-4B2F-9281-5E7CE1C34E84}" destId="{3210ADE8-3C83-4EC0-89BA-CBB1561871B1}" srcOrd="0" destOrd="0" presId="urn:microsoft.com/office/officeart/2016/7/layout/RepeatingBendingProcessNew"/>
    <dgm:cxn modelId="{EEC3C121-2C78-4154-87E6-753717560607}" srcId="{2334076F-F89B-4ECD-9B92-08B81455E9E4}" destId="{89F22E05-6315-49EC-AB7D-4E81AD09CC52}" srcOrd="9" destOrd="0" parTransId="{4FD87204-3F2D-4BE5-87FC-6F4E7352CE61}" sibTransId="{9EDC8579-AB94-4B18-AC14-6EDDD2EDF831}"/>
    <dgm:cxn modelId="{59BEBF22-2811-4535-BA90-BF4127329C3A}" srcId="{2334076F-F89B-4ECD-9B92-08B81455E9E4}" destId="{66F5FFB9-8783-451F-AC00-E4A86E6AD3D2}" srcOrd="8" destOrd="0" parTransId="{E3AF406E-FA06-443F-9E86-24E65D462C8F}" sibTransId="{38A52EB4-22EF-4161-A9C0-5B48537956A2}"/>
    <dgm:cxn modelId="{219D752B-C4CD-49F1-B72E-ACD14DE2D1B1}" type="presOf" srcId="{FB816C22-0213-481D-846E-6A9CEF4CC862}" destId="{8AF2EA9C-A7C2-4B4D-85D5-D545ABC18B67}" srcOrd="1" destOrd="0" presId="urn:microsoft.com/office/officeart/2016/7/layout/RepeatingBendingProcessNew"/>
    <dgm:cxn modelId="{05052E36-B24B-42AB-9DFD-8BEF8474D985}" srcId="{2334076F-F89B-4ECD-9B92-08B81455E9E4}" destId="{94286615-A051-4F4C-B040-C1FF4EB5C70A}" srcOrd="3" destOrd="0" parTransId="{DE4EDD6D-1B53-41BD-967F-895AD2FA5EC7}" sibTransId="{C071BDEC-D810-4B2F-9281-5E7CE1C34E84}"/>
    <dgm:cxn modelId="{7BDB633A-F576-49B4-B85B-1EBEDB86C3B8}" type="presOf" srcId="{D2457CE3-B086-40EA-83B7-C8FE53757B19}" destId="{E16A6118-A4BC-441D-AB63-54B411AD5D32}" srcOrd="1" destOrd="0" presId="urn:microsoft.com/office/officeart/2016/7/layout/RepeatingBendingProcessNew"/>
    <dgm:cxn modelId="{DED61A3B-CF88-446D-B698-A6A77B1D46EF}" srcId="{2334076F-F89B-4ECD-9B92-08B81455E9E4}" destId="{D7F3C5F9-0CB8-47F4-8FD5-3A58572B4114}" srcOrd="4" destOrd="0" parTransId="{9D692655-73F5-4476-AAAB-5CBFB1929C30}" sibTransId="{FB816C22-0213-481D-846E-6A9CEF4CC862}"/>
    <dgm:cxn modelId="{8DE4D75C-6D73-45C4-B9A7-1F93ECFD0A52}" srcId="{2334076F-F89B-4ECD-9B92-08B81455E9E4}" destId="{061B1AC0-E1C8-4591-9533-08BFA00D49C2}" srcOrd="1" destOrd="0" parTransId="{9EFBEDFA-6FF4-4DCB-84C5-61D52D3E0622}" sibTransId="{D2457CE3-B086-40EA-83B7-C8FE53757B19}"/>
    <dgm:cxn modelId="{9606F360-9813-4EAD-872A-21DC1B4ED38B}" srcId="{2334076F-F89B-4ECD-9B92-08B81455E9E4}" destId="{677EF8D5-A7A6-4643-BF15-8F65C5301B49}" srcOrd="7" destOrd="0" parTransId="{DE9C9456-FCDB-4731-93E6-DE52BE7A153F}" sibTransId="{83EDD455-7F84-481E-B673-CAB273DB6791}"/>
    <dgm:cxn modelId="{C3F06B43-BF12-4698-B4D2-24B55A57A929}" type="presOf" srcId="{94286615-A051-4F4C-B040-C1FF4EB5C70A}" destId="{D6B53FD2-B70F-4A54-AD53-85AB11FCE8A7}" srcOrd="0" destOrd="0" presId="urn:microsoft.com/office/officeart/2016/7/layout/RepeatingBendingProcessNew"/>
    <dgm:cxn modelId="{45C74F43-A61F-4628-A866-17CBD749D911}" type="presOf" srcId="{B1E736B2-7956-4E15-932B-0E0322EA60FB}" destId="{FB8FCE47-BFB3-4054-9496-09310D133F63}" srcOrd="1" destOrd="0" presId="urn:microsoft.com/office/officeart/2016/7/layout/RepeatingBendingProcessNew"/>
    <dgm:cxn modelId="{B7B69E64-6E4D-463C-8AA1-BB49F1ACBBD8}" type="presOf" srcId="{F560867F-F24E-4D00-8D36-55304580CBF0}" destId="{64D608C1-D5A5-472B-9992-661D544B1D12}" srcOrd="1" destOrd="0" presId="urn:microsoft.com/office/officeart/2016/7/layout/RepeatingBendingProcessNew"/>
    <dgm:cxn modelId="{29682865-CDA8-4D47-9A14-DA99919582BB}" srcId="{2334076F-F89B-4ECD-9B92-08B81455E9E4}" destId="{1D829927-7C73-41BC-A575-D81A17652C75}" srcOrd="0" destOrd="0" parTransId="{E8F69D78-B4D5-4C8F-B103-161E789992AF}" sibTransId="{B1E736B2-7956-4E15-932B-0E0322EA60FB}"/>
    <dgm:cxn modelId="{D29D5969-4CFE-4042-BF56-EEA478C71FD3}" type="presOf" srcId="{38A52EB4-22EF-4161-A9C0-5B48537956A2}" destId="{A031AAD3-8576-42CC-A95D-C2478E24E628}" srcOrd="1" destOrd="0" presId="urn:microsoft.com/office/officeart/2016/7/layout/RepeatingBendingProcessNew"/>
    <dgm:cxn modelId="{421BB969-95FD-4E98-BD9A-7062F9F73269}" type="presOf" srcId="{38A52EB4-22EF-4161-A9C0-5B48537956A2}" destId="{C684109D-2769-48E4-9512-5BE676652637}" srcOrd="0" destOrd="0" presId="urn:microsoft.com/office/officeart/2016/7/layout/RepeatingBendingProcessNew"/>
    <dgm:cxn modelId="{6CEF3056-9209-448E-86F0-4D5F7ABEBF1A}" type="presOf" srcId="{C071BDEC-D810-4B2F-9281-5E7CE1C34E84}" destId="{753BE1E8-F3AE-4EB0-8C02-F19D470FD48B}" srcOrd="1" destOrd="0" presId="urn:microsoft.com/office/officeart/2016/7/layout/RepeatingBendingProcessNew"/>
    <dgm:cxn modelId="{93C9B556-F87C-403E-88F8-C38715D57D87}" type="presOf" srcId="{C8455874-5795-43CE-846B-8D80C967F665}" destId="{A612FA17-FFC6-46BD-B0D3-3336D4769956}" srcOrd="0" destOrd="0" presId="urn:microsoft.com/office/officeart/2016/7/layout/RepeatingBendingProcessNew"/>
    <dgm:cxn modelId="{FAA18178-4B19-4DAF-A2D0-B298F6E0F7A2}" type="presOf" srcId="{66F5FFB9-8783-451F-AC00-E4A86E6AD3D2}" destId="{68E4A6B6-C3B0-4A5F-B636-3A2C0EE7C36D}" srcOrd="0" destOrd="0" presId="urn:microsoft.com/office/officeart/2016/7/layout/RepeatingBendingProcessNew"/>
    <dgm:cxn modelId="{81D9107A-30BD-41B7-8A7B-4A879D4B1A1F}" type="presOf" srcId="{3DE78C53-9B7D-4F46-9C31-9F42FCEE9F08}" destId="{B40ABCE4-B4D3-4ABA-B742-DB16FCE7CB13}" srcOrd="1" destOrd="0" presId="urn:microsoft.com/office/officeart/2016/7/layout/RepeatingBendingProcessNew"/>
    <dgm:cxn modelId="{4A9FC18B-62FD-4FED-9230-351BB7275673}" type="presOf" srcId="{83EDD455-7F84-481E-B673-CAB273DB6791}" destId="{B8BF5B26-BA10-4DB0-A0BA-A3F11C3EFBD1}" srcOrd="1" destOrd="0" presId="urn:microsoft.com/office/officeart/2016/7/layout/RepeatingBendingProcessNew"/>
    <dgm:cxn modelId="{72DB7F97-4917-4D5F-AE92-DA81CDFD3917}" srcId="{2334076F-F89B-4ECD-9B92-08B81455E9E4}" destId="{C8455874-5795-43CE-846B-8D80C967F665}" srcOrd="5" destOrd="0" parTransId="{F91A678D-9887-4F3C-B286-E4E4B416C0DD}" sibTransId="{F560867F-F24E-4D00-8D36-55304580CBF0}"/>
    <dgm:cxn modelId="{807340A1-B745-4030-895E-DAADFBAB6175}" type="presOf" srcId="{F560867F-F24E-4D00-8D36-55304580CBF0}" destId="{B0BCB6DC-BE7A-4C13-83F3-CA5765EF5242}" srcOrd="0" destOrd="0" presId="urn:microsoft.com/office/officeart/2016/7/layout/RepeatingBendingProcessNew"/>
    <dgm:cxn modelId="{542CC7A3-75FB-4C5A-BBCE-03B8D68E9F77}" srcId="{2334076F-F89B-4ECD-9B92-08B81455E9E4}" destId="{8573B73C-93EF-479B-9143-30A24593B2F0}" srcOrd="6" destOrd="0" parTransId="{A88A13A9-DC92-424D-9DB7-F31D50FB54B8}" sibTransId="{3DE78C53-9B7D-4F46-9C31-9F42FCEE9F08}"/>
    <dgm:cxn modelId="{A61BF6AD-B462-457C-B788-FBD56510A636}" type="presOf" srcId="{3DE78C53-9B7D-4F46-9C31-9F42FCEE9F08}" destId="{3592AEF3-0912-4D3D-8516-EBB543ACABA0}" srcOrd="0" destOrd="0" presId="urn:microsoft.com/office/officeart/2016/7/layout/RepeatingBendingProcessNew"/>
    <dgm:cxn modelId="{4E634BB4-EC63-48D1-A7DA-624F434FCE77}" type="presOf" srcId="{8573B73C-93EF-479B-9143-30A24593B2F0}" destId="{1798BF0C-DCFF-42A4-BD95-6B4C7B59781D}" srcOrd="0" destOrd="0" presId="urn:microsoft.com/office/officeart/2016/7/layout/RepeatingBendingProcessNew"/>
    <dgm:cxn modelId="{755E39B9-F3AA-49C7-96A1-2732CFDD4F94}" type="presOf" srcId="{FB816C22-0213-481D-846E-6A9CEF4CC862}" destId="{672795D4-A7E9-4CAA-951F-40CED84EDA9A}" srcOrd="0" destOrd="0" presId="urn:microsoft.com/office/officeart/2016/7/layout/RepeatingBendingProcessNew"/>
    <dgm:cxn modelId="{95EE66B9-3318-4911-A1D5-EAA91F6A6202}" srcId="{2334076F-F89B-4ECD-9B92-08B81455E9E4}" destId="{854FD786-CF86-4F30-8493-37A93714B91C}" srcOrd="2" destOrd="0" parTransId="{091CA7EC-F6BD-4828-8960-219B8F34A581}" sibTransId="{B6B9241A-2A07-4335-9967-73129131FC26}"/>
    <dgm:cxn modelId="{DB7565CB-704D-46EA-A863-3F52511B07A8}" type="presOf" srcId="{061B1AC0-E1C8-4591-9533-08BFA00D49C2}" destId="{9DF56125-F903-4A90-94DC-047FA423066D}" srcOrd="0" destOrd="0" presId="urn:microsoft.com/office/officeart/2016/7/layout/RepeatingBendingProcessNew"/>
    <dgm:cxn modelId="{D1FDFDCD-2654-4886-A500-CF5EEE54523B}" type="presOf" srcId="{D7F3C5F9-0CB8-47F4-8FD5-3A58572B4114}" destId="{3DD372ED-97B9-43DB-B87E-E4AB123E9D1B}" srcOrd="0" destOrd="0" presId="urn:microsoft.com/office/officeart/2016/7/layout/RepeatingBendingProcessNew"/>
    <dgm:cxn modelId="{ADDC4DD1-276E-4462-9E3C-FA593ABFB9BF}" type="presOf" srcId="{2334076F-F89B-4ECD-9B92-08B81455E9E4}" destId="{7D9B7E23-4630-4F51-97D3-F5D583C7BB93}" srcOrd="0" destOrd="0" presId="urn:microsoft.com/office/officeart/2016/7/layout/RepeatingBendingProcessNew"/>
    <dgm:cxn modelId="{A3CE21D3-5E89-4AE4-880F-AF23285DE58B}" type="presOf" srcId="{677EF8D5-A7A6-4643-BF15-8F65C5301B49}" destId="{BD918CFD-9ACC-45E1-A76D-7802AC597B63}" srcOrd="0" destOrd="0" presId="urn:microsoft.com/office/officeart/2016/7/layout/RepeatingBendingProcessNew"/>
    <dgm:cxn modelId="{CC1EBCD4-2A28-4A69-939E-332F8D9EA0A0}" type="presOf" srcId="{B6B9241A-2A07-4335-9967-73129131FC26}" destId="{6D0CEFDE-50C6-4FAB-8502-C9E1C11E36A1}" srcOrd="0" destOrd="0" presId="urn:microsoft.com/office/officeart/2016/7/layout/RepeatingBendingProcessNew"/>
    <dgm:cxn modelId="{880741DC-E35E-4FF1-B37C-D1CA4CDB255C}" type="presOf" srcId="{B6B9241A-2A07-4335-9967-73129131FC26}" destId="{C49D00AC-17C7-42FB-B733-B91091A24DE1}" srcOrd="1" destOrd="0" presId="urn:microsoft.com/office/officeart/2016/7/layout/RepeatingBendingProcessNew"/>
    <dgm:cxn modelId="{41E6B7DF-5264-4F7F-BC60-93A2C4593EF7}" type="presOf" srcId="{83EDD455-7F84-481E-B673-CAB273DB6791}" destId="{6952A6B3-6C8D-4A2B-B089-8C4FA8F77BCD}" srcOrd="0" destOrd="0" presId="urn:microsoft.com/office/officeart/2016/7/layout/RepeatingBendingProcessNew"/>
    <dgm:cxn modelId="{835316E4-9268-436B-82A1-140A06A9FC73}" type="presOf" srcId="{854FD786-CF86-4F30-8493-37A93714B91C}" destId="{F69CE333-C338-471D-A613-7E2D64AEAF04}" srcOrd="0" destOrd="0" presId="urn:microsoft.com/office/officeart/2016/7/layout/RepeatingBendingProcessNew"/>
    <dgm:cxn modelId="{943A4DE8-8607-4F3A-8105-16452F3CAF59}" type="presOf" srcId="{1D829927-7C73-41BC-A575-D81A17652C75}" destId="{16FE9035-7F09-4BE6-BDE6-38E1865EDEAD}" srcOrd="0" destOrd="0" presId="urn:microsoft.com/office/officeart/2016/7/layout/RepeatingBendingProcessNew"/>
    <dgm:cxn modelId="{6D8D9CF0-5BD8-476E-BE5B-0DFEA9663C4A}" type="presOf" srcId="{89F22E05-6315-49EC-AB7D-4E81AD09CC52}" destId="{1D7DEFF3-8AAA-4F17-8A96-FC13E069474A}" srcOrd="0" destOrd="0" presId="urn:microsoft.com/office/officeart/2016/7/layout/RepeatingBendingProcessNew"/>
    <dgm:cxn modelId="{CE5887F4-8ED5-4D2E-98C4-97A2E200FBBA}" type="presOf" srcId="{D2457CE3-B086-40EA-83B7-C8FE53757B19}" destId="{0A6C1651-4D39-42DF-B39E-EE9E4A8570D2}" srcOrd="0" destOrd="0" presId="urn:microsoft.com/office/officeart/2016/7/layout/RepeatingBendingProcessNew"/>
    <dgm:cxn modelId="{134BE5F9-DF78-4A0C-8EF1-3FE632A24A88}" type="presOf" srcId="{B1E736B2-7956-4E15-932B-0E0322EA60FB}" destId="{BC2FA3EC-BC44-4241-88BF-6F58CDC0B589}" srcOrd="0" destOrd="0" presId="urn:microsoft.com/office/officeart/2016/7/layout/RepeatingBendingProcessNew"/>
    <dgm:cxn modelId="{56568BAF-7FC0-44E0-A51C-042F1C0CD222}" type="presParOf" srcId="{7D9B7E23-4630-4F51-97D3-F5D583C7BB93}" destId="{16FE9035-7F09-4BE6-BDE6-38E1865EDEAD}" srcOrd="0" destOrd="0" presId="urn:microsoft.com/office/officeart/2016/7/layout/RepeatingBendingProcessNew"/>
    <dgm:cxn modelId="{A68D63CB-11BA-4A84-95CD-32AE09E7A5D9}" type="presParOf" srcId="{7D9B7E23-4630-4F51-97D3-F5D583C7BB93}" destId="{BC2FA3EC-BC44-4241-88BF-6F58CDC0B589}" srcOrd="1" destOrd="0" presId="urn:microsoft.com/office/officeart/2016/7/layout/RepeatingBendingProcessNew"/>
    <dgm:cxn modelId="{E928D126-575F-4B42-A7A2-95E7F307B94A}" type="presParOf" srcId="{BC2FA3EC-BC44-4241-88BF-6F58CDC0B589}" destId="{FB8FCE47-BFB3-4054-9496-09310D133F63}" srcOrd="0" destOrd="0" presId="urn:microsoft.com/office/officeart/2016/7/layout/RepeatingBendingProcessNew"/>
    <dgm:cxn modelId="{BF67A68B-86CD-4943-A179-F145CE9B0D4E}" type="presParOf" srcId="{7D9B7E23-4630-4F51-97D3-F5D583C7BB93}" destId="{9DF56125-F903-4A90-94DC-047FA423066D}" srcOrd="2" destOrd="0" presId="urn:microsoft.com/office/officeart/2016/7/layout/RepeatingBendingProcessNew"/>
    <dgm:cxn modelId="{7066C01E-42EB-4B9A-ABE6-4DEB898D880D}" type="presParOf" srcId="{7D9B7E23-4630-4F51-97D3-F5D583C7BB93}" destId="{0A6C1651-4D39-42DF-B39E-EE9E4A8570D2}" srcOrd="3" destOrd="0" presId="urn:microsoft.com/office/officeart/2016/7/layout/RepeatingBendingProcessNew"/>
    <dgm:cxn modelId="{66B69BA0-8E7A-479E-8A20-D13BEF9DD23B}" type="presParOf" srcId="{0A6C1651-4D39-42DF-B39E-EE9E4A8570D2}" destId="{E16A6118-A4BC-441D-AB63-54B411AD5D32}" srcOrd="0" destOrd="0" presId="urn:microsoft.com/office/officeart/2016/7/layout/RepeatingBendingProcessNew"/>
    <dgm:cxn modelId="{BC0179B7-A0DC-4AAC-8DDE-51BB481C9D42}" type="presParOf" srcId="{7D9B7E23-4630-4F51-97D3-F5D583C7BB93}" destId="{F69CE333-C338-471D-A613-7E2D64AEAF04}" srcOrd="4" destOrd="0" presId="urn:microsoft.com/office/officeart/2016/7/layout/RepeatingBendingProcessNew"/>
    <dgm:cxn modelId="{FFE60A64-C1A5-4AFE-9DAA-C381A65B8157}" type="presParOf" srcId="{7D9B7E23-4630-4F51-97D3-F5D583C7BB93}" destId="{6D0CEFDE-50C6-4FAB-8502-C9E1C11E36A1}" srcOrd="5" destOrd="0" presId="urn:microsoft.com/office/officeart/2016/7/layout/RepeatingBendingProcessNew"/>
    <dgm:cxn modelId="{6069F7EB-778F-4317-808E-B2C50E24DDB0}" type="presParOf" srcId="{6D0CEFDE-50C6-4FAB-8502-C9E1C11E36A1}" destId="{C49D00AC-17C7-42FB-B733-B91091A24DE1}" srcOrd="0" destOrd="0" presId="urn:microsoft.com/office/officeart/2016/7/layout/RepeatingBendingProcessNew"/>
    <dgm:cxn modelId="{777A467A-EA45-438F-B978-46A172E62E79}" type="presParOf" srcId="{7D9B7E23-4630-4F51-97D3-F5D583C7BB93}" destId="{D6B53FD2-B70F-4A54-AD53-85AB11FCE8A7}" srcOrd="6" destOrd="0" presId="urn:microsoft.com/office/officeart/2016/7/layout/RepeatingBendingProcessNew"/>
    <dgm:cxn modelId="{0D0712C3-0E3B-422D-940A-5A84A17A56C5}" type="presParOf" srcId="{7D9B7E23-4630-4F51-97D3-F5D583C7BB93}" destId="{3210ADE8-3C83-4EC0-89BA-CBB1561871B1}" srcOrd="7" destOrd="0" presId="urn:microsoft.com/office/officeart/2016/7/layout/RepeatingBendingProcessNew"/>
    <dgm:cxn modelId="{8F89C674-DDF7-408C-86BF-F9967F3F49AC}" type="presParOf" srcId="{3210ADE8-3C83-4EC0-89BA-CBB1561871B1}" destId="{753BE1E8-F3AE-4EB0-8C02-F19D470FD48B}" srcOrd="0" destOrd="0" presId="urn:microsoft.com/office/officeart/2016/7/layout/RepeatingBendingProcessNew"/>
    <dgm:cxn modelId="{4E963B69-EC43-4498-BE03-C50E8B5C9A34}" type="presParOf" srcId="{7D9B7E23-4630-4F51-97D3-F5D583C7BB93}" destId="{3DD372ED-97B9-43DB-B87E-E4AB123E9D1B}" srcOrd="8" destOrd="0" presId="urn:microsoft.com/office/officeart/2016/7/layout/RepeatingBendingProcessNew"/>
    <dgm:cxn modelId="{0B1A89C4-5B4E-43A4-8A51-6D5E7918133F}" type="presParOf" srcId="{7D9B7E23-4630-4F51-97D3-F5D583C7BB93}" destId="{672795D4-A7E9-4CAA-951F-40CED84EDA9A}" srcOrd="9" destOrd="0" presId="urn:microsoft.com/office/officeart/2016/7/layout/RepeatingBendingProcessNew"/>
    <dgm:cxn modelId="{E821FBB3-83CB-45FC-BD5A-CC9F2D113B9E}" type="presParOf" srcId="{672795D4-A7E9-4CAA-951F-40CED84EDA9A}" destId="{8AF2EA9C-A7C2-4B4D-85D5-D545ABC18B67}" srcOrd="0" destOrd="0" presId="urn:microsoft.com/office/officeart/2016/7/layout/RepeatingBendingProcessNew"/>
    <dgm:cxn modelId="{57E8C459-5AC2-4EB2-BAB7-73C70A93D94E}" type="presParOf" srcId="{7D9B7E23-4630-4F51-97D3-F5D583C7BB93}" destId="{A612FA17-FFC6-46BD-B0D3-3336D4769956}" srcOrd="10" destOrd="0" presId="urn:microsoft.com/office/officeart/2016/7/layout/RepeatingBendingProcessNew"/>
    <dgm:cxn modelId="{B81FF6EE-DCD6-4DD7-80F5-AF804657F580}" type="presParOf" srcId="{7D9B7E23-4630-4F51-97D3-F5D583C7BB93}" destId="{B0BCB6DC-BE7A-4C13-83F3-CA5765EF5242}" srcOrd="11" destOrd="0" presId="urn:microsoft.com/office/officeart/2016/7/layout/RepeatingBendingProcessNew"/>
    <dgm:cxn modelId="{CC47D309-E786-4455-9DC8-D9C0BFDF0CD1}" type="presParOf" srcId="{B0BCB6DC-BE7A-4C13-83F3-CA5765EF5242}" destId="{64D608C1-D5A5-472B-9992-661D544B1D12}" srcOrd="0" destOrd="0" presId="urn:microsoft.com/office/officeart/2016/7/layout/RepeatingBendingProcessNew"/>
    <dgm:cxn modelId="{69DA99A1-9544-40C8-81B3-E9D59E122BB7}" type="presParOf" srcId="{7D9B7E23-4630-4F51-97D3-F5D583C7BB93}" destId="{1798BF0C-DCFF-42A4-BD95-6B4C7B59781D}" srcOrd="12" destOrd="0" presId="urn:microsoft.com/office/officeart/2016/7/layout/RepeatingBendingProcessNew"/>
    <dgm:cxn modelId="{06996798-C67B-4F6E-877C-5C0BF863606F}" type="presParOf" srcId="{7D9B7E23-4630-4F51-97D3-F5D583C7BB93}" destId="{3592AEF3-0912-4D3D-8516-EBB543ACABA0}" srcOrd="13" destOrd="0" presId="urn:microsoft.com/office/officeart/2016/7/layout/RepeatingBendingProcessNew"/>
    <dgm:cxn modelId="{4ED09A9D-1DC9-4D5D-97A7-8943939CDFD9}" type="presParOf" srcId="{3592AEF3-0912-4D3D-8516-EBB543ACABA0}" destId="{B40ABCE4-B4D3-4ABA-B742-DB16FCE7CB13}" srcOrd="0" destOrd="0" presId="urn:microsoft.com/office/officeart/2016/7/layout/RepeatingBendingProcessNew"/>
    <dgm:cxn modelId="{16556900-2228-466C-AD7D-02B80E49B6D5}" type="presParOf" srcId="{7D9B7E23-4630-4F51-97D3-F5D583C7BB93}" destId="{BD918CFD-9ACC-45E1-A76D-7802AC597B63}" srcOrd="14" destOrd="0" presId="urn:microsoft.com/office/officeart/2016/7/layout/RepeatingBendingProcessNew"/>
    <dgm:cxn modelId="{7762BCC6-6896-4F92-A03F-44BDF26EBEC7}" type="presParOf" srcId="{7D9B7E23-4630-4F51-97D3-F5D583C7BB93}" destId="{6952A6B3-6C8D-4A2B-B089-8C4FA8F77BCD}" srcOrd="15" destOrd="0" presId="urn:microsoft.com/office/officeart/2016/7/layout/RepeatingBendingProcessNew"/>
    <dgm:cxn modelId="{AA1DF128-ECEF-43FE-B664-20D3568FAA29}" type="presParOf" srcId="{6952A6B3-6C8D-4A2B-B089-8C4FA8F77BCD}" destId="{B8BF5B26-BA10-4DB0-A0BA-A3F11C3EFBD1}" srcOrd="0" destOrd="0" presId="urn:microsoft.com/office/officeart/2016/7/layout/RepeatingBendingProcessNew"/>
    <dgm:cxn modelId="{64603F7F-01C1-43DB-BAAD-7E38E3EAA025}" type="presParOf" srcId="{7D9B7E23-4630-4F51-97D3-F5D583C7BB93}" destId="{68E4A6B6-C3B0-4A5F-B636-3A2C0EE7C36D}" srcOrd="16" destOrd="0" presId="urn:microsoft.com/office/officeart/2016/7/layout/RepeatingBendingProcessNew"/>
    <dgm:cxn modelId="{412830CC-5094-4ABF-AF0F-77579DB737F8}" type="presParOf" srcId="{7D9B7E23-4630-4F51-97D3-F5D583C7BB93}" destId="{C684109D-2769-48E4-9512-5BE676652637}" srcOrd="17" destOrd="0" presId="urn:microsoft.com/office/officeart/2016/7/layout/RepeatingBendingProcessNew"/>
    <dgm:cxn modelId="{7C6ADB8A-DC2A-484C-A5DB-A34E40321DE5}" type="presParOf" srcId="{C684109D-2769-48E4-9512-5BE676652637}" destId="{A031AAD3-8576-42CC-A95D-C2478E24E628}" srcOrd="0" destOrd="0" presId="urn:microsoft.com/office/officeart/2016/7/layout/RepeatingBendingProcessNew"/>
    <dgm:cxn modelId="{81FF76EE-9774-4B92-9E5B-42DC685301C2}" type="presParOf" srcId="{7D9B7E23-4630-4F51-97D3-F5D583C7BB93}" destId="{1D7DEFF3-8AAA-4F17-8A96-FC13E069474A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FA3EC-BC44-4241-88BF-6F58CDC0B589}">
      <dsp:nvSpPr>
        <dsp:cNvPr id="0" name=""/>
        <dsp:cNvSpPr/>
      </dsp:nvSpPr>
      <dsp:spPr>
        <a:xfrm>
          <a:off x="2505402" y="463905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507676"/>
        <a:ext cx="19491" cy="3898"/>
      </dsp:txXfrm>
    </dsp:sp>
    <dsp:sp modelId="{16FE9035-7F09-4BE6-BDE6-38E1865EDEAD}">
      <dsp:nvSpPr>
        <dsp:cNvPr id="0" name=""/>
        <dsp:cNvSpPr/>
      </dsp:nvSpPr>
      <dsp:spPr>
        <a:xfrm>
          <a:off x="812319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Wstęp i cel pracy</a:t>
          </a:r>
          <a:endParaRPr lang="en-US" sz="1500" kern="1200"/>
        </a:p>
      </dsp:txBody>
      <dsp:txXfrm>
        <a:off x="812319" y="1160"/>
        <a:ext cx="1694883" cy="1016930"/>
      </dsp:txXfrm>
    </dsp:sp>
    <dsp:sp modelId="{0A6C1651-4D39-42DF-B39E-EE9E4A8570D2}">
      <dsp:nvSpPr>
        <dsp:cNvPr id="0" name=""/>
        <dsp:cNvSpPr/>
      </dsp:nvSpPr>
      <dsp:spPr>
        <a:xfrm>
          <a:off x="4590109" y="463905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507676"/>
        <a:ext cx="19491" cy="3898"/>
      </dsp:txXfrm>
    </dsp:sp>
    <dsp:sp modelId="{9DF56125-F903-4A90-94DC-047FA423066D}">
      <dsp:nvSpPr>
        <dsp:cNvPr id="0" name=""/>
        <dsp:cNvSpPr/>
      </dsp:nvSpPr>
      <dsp:spPr>
        <a:xfrm>
          <a:off x="2897026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Przegląd literatury</a:t>
          </a:r>
          <a:endParaRPr lang="en-US" sz="1500" kern="1200"/>
        </a:p>
      </dsp:txBody>
      <dsp:txXfrm>
        <a:off x="2897026" y="1160"/>
        <a:ext cx="1694883" cy="1016930"/>
      </dsp:txXfrm>
    </dsp:sp>
    <dsp:sp modelId="{6D0CEFDE-50C6-4FAB-8502-C9E1C11E36A1}">
      <dsp:nvSpPr>
        <dsp:cNvPr id="0" name=""/>
        <dsp:cNvSpPr/>
      </dsp:nvSpPr>
      <dsp:spPr>
        <a:xfrm>
          <a:off x="1659761" y="1016290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1193953"/>
        <a:ext cx="209379" cy="3898"/>
      </dsp:txXfrm>
    </dsp:sp>
    <dsp:sp modelId="{F69CE333-C338-471D-A613-7E2D64AEAF04}">
      <dsp:nvSpPr>
        <dsp:cNvPr id="0" name=""/>
        <dsp:cNvSpPr/>
      </dsp:nvSpPr>
      <dsp:spPr>
        <a:xfrm>
          <a:off x="4981733" y="1160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Zbiór danych</a:t>
          </a:r>
          <a:endParaRPr lang="en-US" sz="1500" kern="1200"/>
        </a:p>
      </dsp:txBody>
      <dsp:txXfrm>
        <a:off x="4981733" y="1160"/>
        <a:ext cx="1694883" cy="1016930"/>
      </dsp:txXfrm>
    </dsp:sp>
    <dsp:sp modelId="{3210ADE8-3C83-4EC0-89BA-CBB1561871B1}">
      <dsp:nvSpPr>
        <dsp:cNvPr id="0" name=""/>
        <dsp:cNvSpPr/>
      </dsp:nvSpPr>
      <dsp:spPr>
        <a:xfrm>
          <a:off x="2505402" y="1870659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1914430"/>
        <a:ext cx="19491" cy="3898"/>
      </dsp:txXfrm>
    </dsp:sp>
    <dsp:sp modelId="{D6B53FD2-B70F-4A54-AD53-85AB11FCE8A7}">
      <dsp:nvSpPr>
        <dsp:cNvPr id="0" name=""/>
        <dsp:cNvSpPr/>
      </dsp:nvSpPr>
      <dsp:spPr>
        <a:xfrm>
          <a:off x="812319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Metodologia i modele</a:t>
          </a:r>
          <a:endParaRPr lang="en-US" sz="1500" kern="1200"/>
        </a:p>
      </dsp:txBody>
      <dsp:txXfrm>
        <a:off x="812319" y="1407914"/>
        <a:ext cx="1694883" cy="1016930"/>
      </dsp:txXfrm>
    </dsp:sp>
    <dsp:sp modelId="{672795D4-A7E9-4CAA-951F-40CED84EDA9A}">
      <dsp:nvSpPr>
        <dsp:cNvPr id="0" name=""/>
        <dsp:cNvSpPr/>
      </dsp:nvSpPr>
      <dsp:spPr>
        <a:xfrm>
          <a:off x="4590109" y="1870659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1914430"/>
        <a:ext cx="19491" cy="3898"/>
      </dsp:txXfrm>
    </dsp:sp>
    <dsp:sp modelId="{3DD372ED-97B9-43DB-B87E-E4AB123E9D1B}">
      <dsp:nvSpPr>
        <dsp:cNvPr id="0" name=""/>
        <dsp:cNvSpPr/>
      </dsp:nvSpPr>
      <dsp:spPr>
        <a:xfrm>
          <a:off x="2897026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Proces treningu</a:t>
          </a:r>
          <a:endParaRPr lang="en-US" sz="1500" kern="1200"/>
        </a:p>
      </dsp:txBody>
      <dsp:txXfrm>
        <a:off x="2897026" y="1407914"/>
        <a:ext cx="1694883" cy="1016930"/>
      </dsp:txXfrm>
    </dsp:sp>
    <dsp:sp modelId="{B0BCB6DC-BE7A-4C13-83F3-CA5765EF5242}">
      <dsp:nvSpPr>
        <dsp:cNvPr id="0" name=""/>
        <dsp:cNvSpPr/>
      </dsp:nvSpPr>
      <dsp:spPr>
        <a:xfrm>
          <a:off x="1659761" y="2423044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2600706"/>
        <a:ext cx="209379" cy="3898"/>
      </dsp:txXfrm>
    </dsp:sp>
    <dsp:sp modelId="{A612FA17-FFC6-46BD-B0D3-3336D4769956}">
      <dsp:nvSpPr>
        <dsp:cNvPr id="0" name=""/>
        <dsp:cNvSpPr/>
      </dsp:nvSpPr>
      <dsp:spPr>
        <a:xfrm>
          <a:off x="4981733" y="1407914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Wyniki porównawcze</a:t>
          </a:r>
          <a:endParaRPr lang="en-US" sz="1500" kern="1200"/>
        </a:p>
      </dsp:txBody>
      <dsp:txXfrm>
        <a:off x="4981733" y="1407914"/>
        <a:ext cx="1694883" cy="1016930"/>
      </dsp:txXfrm>
    </dsp:sp>
    <dsp:sp modelId="{3592AEF3-0912-4D3D-8516-EBB543ACABA0}">
      <dsp:nvSpPr>
        <dsp:cNvPr id="0" name=""/>
        <dsp:cNvSpPr/>
      </dsp:nvSpPr>
      <dsp:spPr>
        <a:xfrm>
          <a:off x="2505402" y="3277412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5268" y="3321183"/>
        <a:ext cx="19491" cy="3898"/>
      </dsp:txXfrm>
    </dsp:sp>
    <dsp:sp modelId="{1798BF0C-DCFF-42A4-BD95-6B4C7B59781D}">
      <dsp:nvSpPr>
        <dsp:cNvPr id="0" name=""/>
        <dsp:cNvSpPr/>
      </dsp:nvSpPr>
      <dsp:spPr>
        <a:xfrm>
          <a:off x="812319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Interpretowalność (Grad-CAM)</a:t>
          </a:r>
          <a:endParaRPr lang="en-US" sz="1500" kern="1200"/>
        </a:p>
      </dsp:txBody>
      <dsp:txXfrm>
        <a:off x="812319" y="2814667"/>
        <a:ext cx="1694883" cy="1016930"/>
      </dsp:txXfrm>
    </dsp:sp>
    <dsp:sp modelId="{6952A6B3-6C8D-4A2B-B089-8C4FA8F77BCD}">
      <dsp:nvSpPr>
        <dsp:cNvPr id="0" name=""/>
        <dsp:cNvSpPr/>
      </dsp:nvSpPr>
      <dsp:spPr>
        <a:xfrm>
          <a:off x="4590109" y="3277412"/>
          <a:ext cx="3592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22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9975" y="3321183"/>
        <a:ext cx="19491" cy="3898"/>
      </dsp:txXfrm>
    </dsp:sp>
    <dsp:sp modelId="{BD918CFD-9ACC-45E1-A76D-7802AC597B63}">
      <dsp:nvSpPr>
        <dsp:cNvPr id="0" name=""/>
        <dsp:cNvSpPr/>
      </dsp:nvSpPr>
      <dsp:spPr>
        <a:xfrm>
          <a:off x="2897026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Aplikacja webowa</a:t>
          </a:r>
          <a:endParaRPr lang="en-US" sz="1500" kern="1200"/>
        </a:p>
      </dsp:txBody>
      <dsp:txXfrm>
        <a:off x="2897026" y="2814667"/>
        <a:ext cx="1694883" cy="1016930"/>
      </dsp:txXfrm>
    </dsp:sp>
    <dsp:sp modelId="{C684109D-2769-48E4-9512-5BE676652637}">
      <dsp:nvSpPr>
        <dsp:cNvPr id="0" name=""/>
        <dsp:cNvSpPr/>
      </dsp:nvSpPr>
      <dsp:spPr>
        <a:xfrm>
          <a:off x="1659761" y="3829797"/>
          <a:ext cx="4169413" cy="359223"/>
        </a:xfrm>
        <a:custGeom>
          <a:avLst/>
          <a:gdLst/>
          <a:ahLst/>
          <a:cxnLst/>
          <a:rect l="0" t="0" r="0" b="0"/>
          <a:pathLst>
            <a:path>
              <a:moveTo>
                <a:pt x="4169413" y="0"/>
              </a:moveTo>
              <a:lnTo>
                <a:pt x="4169413" y="196711"/>
              </a:lnTo>
              <a:lnTo>
                <a:pt x="0" y="196711"/>
              </a:lnTo>
              <a:lnTo>
                <a:pt x="0" y="35922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9778" y="4007460"/>
        <a:ext cx="209379" cy="3898"/>
      </dsp:txXfrm>
    </dsp:sp>
    <dsp:sp modelId="{68E4A6B6-C3B0-4A5F-B636-3A2C0EE7C36D}">
      <dsp:nvSpPr>
        <dsp:cNvPr id="0" name=""/>
        <dsp:cNvSpPr/>
      </dsp:nvSpPr>
      <dsp:spPr>
        <a:xfrm>
          <a:off x="4981733" y="2814667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Test odporności i eksport modeli</a:t>
          </a:r>
          <a:endParaRPr lang="en-US" sz="1500" kern="1200"/>
        </a:p>
      </dsp:txBody>
      <dsp:txXfrm>
        <a:off x="4981733" y="2814667"/>
        <a:ext cx="1694883" cy="1016930"/>
      </dsp:txXfrm>
    </dsp:sp>
    <dsp:sp modelId="{1D7DEFF3-8AAA-4F17-8A96-FC13E069474A}">
      <dsp:nvSpPr>
        <dsp:cNvPr id="0" name=""/>
        <dsp:cNvSpPr/>
      </dsp:nvSpPr>
      <dsp:spPr>
        <a:xfrm>
          <a:off x="812319" y="4221421"/>
          <a:ext cx="1694883" cy="1016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51" tIns="87176" rIns="83051" bIns="8717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Wnioski i kierunki dalszych prac</a:t>
          </a:r>
          <a:endParaRPr lang="en-US" sz="1500" kern="1200"/>
        </a:p>
      </dsp:txBody>
      <dsp:txXfrm>
        <a:off x="812319" y="4221421"/>
        <a:ext cx="1694883" cy="1016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0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7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2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6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0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7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3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3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5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4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7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21208" y="978408"/>
            <a:ext cx="873252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DO ANALIZY ZDJĘĆ DERMATOLOGICZNYCH Z UŻYCIEM MODELI CNN I TRANSFORMERA</a:t>
            </a:r>
          </a:p>
          <a:p>
            <a:pPr>
              <a:lnSpc>
                <a:spcPct val="90000"/>
              </a:lnSpc>
            </a:pP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21208" y="2578608"/>
            <a:ext cx="873252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Praca magisterska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Autor: Raszka Adrian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Promotor: prof. dr hab. Vasyl Martsenyuk</a:t>
            </a:r>
            <a:endParaRPr lang="en-US" u="sng">
              <a:highlight>
                <a:srgbClr val="FFFFFF"/>
              </a:highlight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Uniwersytet Bielsko-Biała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B283C07-A4BF-98F3-DEBF-621913F9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pl-PL" sz="4000"/>
              <a:t>Agenda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Symbol zastępczy zawartości 2">
            <a:extLst>
              <a:ext uri="{FF2B5EF4-FFF2-40B4-BE49-F238E27FC236}">
                <a16:creationId xmlns:a16="http://schemas.microsoft.com/office/drawing/2014/main" id="{389EF040-C06A-CCE3-830F-5A8758FC6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229485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81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6DBFA17-0354-93FA-35E0-EEBB5D0B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r>
              <a:rPr lang="pl-PL" b="0">
                <a:ea typeface="+mj-lt"/>
                <a:cs typeface="+mj-lt"/>
              </a:rPr>
              <a:t>Wstęp i problem badawczy</a:t>
            </a:r>
            <a:endParaRPr lang="pl-PL"/>
          </a:p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08C85D8-3F7A-E371-8B14-C161D92A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9360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>
                <a:ea typeface="+mn-lt"/>
                <a:cs typeface="+mn-lt"/>
              </a:rPr>
              <a:t>Diagnostyka zmian skórnych jest czasochłonna i subiektywna</a:t>
            </a:r>
            <a:endParaRPr lang="pl-PL"/>
          </a:p>
          <a:p>
            <a:r>
              <a:rPr lang="pl-PL">
                <a:ea typeface="+mn-lt"/>
                <a:cs typeface="+mn-lt"/>
              </a:rPr>
              <a:t>Wysokie zapotrzebowanie na automatyczne narzędzia wspomagające dermatologów</a:t>
            </a:r>
            <a:endParaRPr lang="pl-PL"/>
          </a:p>
          <a:p>
            <a:r>
              <a:rPr lang="pl-PL">
                <a:ea typeface="+mn-lt"/>
                <a:cs typeface="+mn-lt"/>
              </a:rPr>
              <a:t>Wyzwanie: duża różnorodność zmian + różnice w pigmentacji skóry</a:t>
            </a:r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97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1D41AD-A3B0-D0D2-34B3-3B7E128F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pl-PL" b="0">
                <a:ea typeface="+mj-lt"/>
                <a:cs typeface="+mj-lt"/>
              </a:rPr>
              <a:t>Cel pracy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0A8334-8E92-4257-CC50-18326B95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>
                <a:ea typeface="+mn-lt"/>
                <a:cs typeface="+mn-lt"/>
              </a:rPr>
              <a:t>Opracowanie systemu do automatycznej analizy zdjęć dermatologicznych z wykorzystaniem głębokiego uczenia</a:t>
            </a:r>
            <a:endParaRPr lang="pl-PL"/>
          </a:p>
          <a:p>
            <a:r>
              <a:rPr lang="pl-PL">
                <a:ea typeface="+mn-lt"/>
                <a:cs typeface="+mn-lt"/>
              </a:rPr>
              <a:t>Cele szczegółowe: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>
                <a:ea typeface="+mn-lt"/>
                <a:cs typeface="+mn-lt"/>
              </a:rPr>
              <a:t>Porównanie 5 architektur (Custom CNN, ResNet-50, EfficientNet-b0, MobileNetV3, ViT-b/16)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>
                <a:ea typeface="+mn-lt"/>
                <a:cs typeface="+mn-lt"/>
              </a:rPr>
              <a:t>Budowa aplikacji webowej z wizualizacją Grad-CAM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>
                <a:ea typeface="+mn-lt"/>
                <a:cs typeface="+mn-lt"/>
              </a:rPr>
              <a:t>Zapewnienie interpretowalności i odporności modelu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>
                <a:ea typeface="+mn-lt"/>
                <a:cs typeface="+mn-lt"/>
              </a:rPr>
              <a:t>Eksport modeli na urządzenia mobilne</a:t>
            </a:r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421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DCBB43-1269-5B74-C920-DBC613973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pl-PL" b="0">
                <a:ea typeface="+mj-lt"/>
                <a:cs typeface="+mj-lt"/>
              </a:rPr>
              <a:t>Zbiór danych</a:t>
            </a:r>
            <a:endParaRPr lang="pl-P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D0FC15-EE34-C76D-68F8-A8CB6269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Podstawa empiryczna: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Fuzja dwóch zbiorów:</a:t>
            </a:r>
            <a:endParaRPr lang="pl-PL"/>
          </a:p>
          <a:p>
            <a:r>
              <a:rPr lang="pl-PL">
                <a:ea typeface="+mn-lt"/>
                <a:cs typeface="+mn-lt"/>
              </a:rPr>
              <a:t>HAM10000 (standard w badaniach dermatologicznych)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MSLDv2.0 (Monkeypox Skin Lesion Dataset)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Łącznie: 14 klas (w tym łagodne, nowotworowe i zakaźne), ~18 370 obrazów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Cel fuzji: zwiększenie różnorodności i redukcja algorithmic bias</a:t>
            </a:r>
            <a:endParaRPr lang="pl-PL"/>
          </a:p>
        </p:txBody>
      </p:sp>
      <p:pic>
        <p:nvPicPr>
          <p:cNvPr id="4" name="Obraz 3" descr="Obraz zawierający żółty, w pomieszczeniu, jedzenie&#10;&#10;Zawartość wygenerowana przez AI może być niepoprawna.">
            <a:extLst>
              <a:ext uri="{FF2B5EF4-FFF2-40B4-BE49-F238E27FC236}">
                <a16:creationId xmlns:a16="http://schemas.microsoft.com/office/drawing/2014/main" id="{4DB8670B-0A4A-07F1-0DE4-E0DA4BECD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22" r="20939" b="-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4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A05D21-207C-8327-591D-2354D91B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>
                <a:ea typeface="+mj-lt"/>
                <a:cs typeface="+mj-lt"/>
              </a:rPr>
              <a:t>Przetwarzanie danych</a:t>
            </a:r>
            <a:endParaRPr lang="pl-PL"/>
          </a:p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48F14B-5F78-2625-6D72-EBAC3B031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ea typeface="+mn-lt"/>
                <a:cs typeface="+mn-lt"/>
              </a:rPr>
              <a:t>Resize do 224 × 224</a:t>
            </a:r>
            <a:endParaRPr lang="pl-PL"/>
          </a:p>
          <a:p>
            <a:r>
              <a:rPr lang="pl-PL">
                <a:ea typeface="+mn-lt"/>
                <a:cs typeface="+mn-lt"/>
              </a:rPr>
              <a:t>Normalizacja ImageNet</a:t>
            </a:r>
            <a:endParaRPr lang="pl-PL"/>
          </a:p>
          <a:p>
            <a:r>
              <a:rPr lang="pl-PL">
                <a:ea typeface="+mn-lt"/>
                <a:cs typeface="+mn-lt"/>
              </a:rPr>
              <a:t>Augmentacja: Random Flip, Rotation (±30°), ColorJitter</a:t>
            </a:r>
            <a:endParaRPr lang="pl-PL"/>
          </a:p>
          <a:p>
            <a:r>
              <a:rPr lang="pl-PL">
                <a:ea typeface="+mn-lt"/>
                <a:cs typeface="+mn-lt"/>
              </a:rPr>
              <a:t>WeightedRandomSampler (rozwiązanie problemu niezbalansowania klas)</a:t>
            </a:r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104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7E6727-A370-8071-6AC9-47A4DF556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pl-PL" b="0">
                <a:ea typeface="+mj-lt"/>
                <a:cs typeface="+mj-lt"/>
              </a:rPr>
              <a:t>Architektury modeli – CNN</a:t>
            </a:r>
            <a:endParaRPr lang="pl-PL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5BDA44-3CE8-2803-DB78-BBADC1097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>
                <a:ea typeface="+mn-lt"/>
                <a:cs typeface="+mn-lt"/>
              </a:rPr>
              <a:t>Użyte modele:</a:t>
            </a:r>
            <a:endParaRPr lang="pl-PL"/>
          </a:p>
          <a:p>
            <a:r>
              <a:rPr lang="pl-PL">
                <a:ea typeface="+mn-lt"/>
                <a:cs typeface="+mn-lt"/>
              </a:rPr>
              <a:t>Custom CNN (własna architektura)</a:t>
            </a:r>
            <a:endParaRPr lang="pl-PL"/>
          </a:p>
          <a:p>
            <a:r>
              <a:rPr lang="pl-PL">
                <a:ea typeface="+mn-lt"/>
                <a:cs typeface="+mn-lt"/>
              </a:rPr>
              <a:t>ResNet-50</a:t>
            </a:r>
            <a:endParaRPr lang="pl-PL"/>
          </a:p>
          <a:p>
            <a:r>
              <a:rPr lang="pl-PL">
                <a:ea typeface="+mn-lt"/>
                <a:cs typeface="+mn-lt"/>
              </a:rPr>
              <a:t>EfficientNet-b0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MobileNetV3</a:t>
            </a:r>
            <a:endParaRPr lang="pl-PL"/>
          </a:p>
          <a:p>
            <a:endParaRPr lang="pl-PL"/>
          </a:p>
        </p:txBody>
      </p:sp>
      <p:pic>
        <p:nvPicPr>
          <p:cNvPr id="4" name="Obraz 3" descr="Obraz zawierający tekst, zrzut ekranu, oprogramowanie, design&#10;&#10;Zawartość wygenerowana przez AI może być niepoprawna.">
            <a:extLst>
              <a:ext uri="{FF2B5EF4-FFF2-40B4-BE49-F238E27FC236}">
                <a16:creationId xmlns:a16="http://schemas.microsoft.com/office/drawing/2014/main" id="{F7FFA37C-D426-FC21-ED1A-339201EF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2" y="976160"/>
            <a:ext cx="4364590" cy="535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0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FB4168-3822-D1E5-396F-8B4135B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>
                <a:ea typeface="+mj-lt"/>
                <a:cs typeface="+mj-lt"/>
              </a:rPr>
              <a:t>Architektura Transformer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B414EA-8E2F-E5B2-9C7C-5913014E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Model: ViT-b/16 (Vision Transformer)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Główne cechy:</a:t>
            </a:r>
            <a:endParaRPr lang="pl-PL"/>
          </a:p>
          <a:p>
            <a:r>
              <a:rPr lang="pl-PL">
                <a:ea typeface="+mn-lt"/>
                <a:cs typeface="+mn-lt"/>
              </a:rPr>
              <a:t>Podział obrazu na patche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Mechanizm self-attention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392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0F1024-7700-EC16-27FA-B1027BF1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>
                <a:ea typeface="+mj-lt"/>
                <a:cs typeface="+mj-lt"/>
              </a:rPr>
              <a:t>Proces treningu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3186A1-4094-9247-EF26-FFF8669C8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ea typeface="+mn-lt"/>
                <a:cs typeface="+mn-lt"/>
              </a:rPr>
              <a:t>Optymalizator: Adam</a:t>
            </a:r>
            <a:endParaRPr lang="pl-PL"/>
          </a:p>
          <a:p>
            <a:r>
              <a:rPr lang="pl-PL">
                <a:ea typeface="+mn-lt"/>
                <a:cs typeface="+mn-lt"/>
              </a:rPr>
              <a:t>Funkcja straty: CrossEntropyLoss</a:t>
            </a:r>
            <a:endParaRPr lang="pl-PL"/>
          </a:p>
          <a:p>
            <a:r>
              <a:rPr lang="pl-PL">
                <a:ea typeface="+mn-lt"/>
                <a:cs typeface="+mn-lt"/>
              </a:rPr>
              <a:t>Early Stopping + DataParallel (2× GPU)</a:t>
            </a:r>
            <a:endParaRPr lang="pl-PL"/>
          </a:p>
          <a:p>
            <a:r>
              <a:rPr lang="pl-PL">
                <a:ea typeface="+mn-lt"/>
                <a:cs typeface="+mn-lt"/>
              </a:rPr>
              <a:t>Liczba epok: do 25</a:t>
            </a:r>
            <a:endParaRPr lang="pl-PL"/>
          </a:p>
          <a:p>
            <a:r>
              <a:rPr lang="pl-PL">
                <a:ea typeface="+mn-lt"/>
                <a:cs typeface="+mn-lt"/>
              </a:rPr>
              <a:t>Różne learning rate dla ViT i EfficientNet</a:t>
            </a:r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695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0B0670-42B1-9184-CD81-E95360F1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Porównanie treningu modeli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20598525-CBF0-5167-0452-2CBE2E7F6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182" y="2578100"/>
            <a:ext cx="1054798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13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43719D1-7780-4D77-36BC-15601000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Wyniki</a:t>
            </a:r>
            <a:r>
              <a:rPr lang="en-US" dirty="0"/>
              <a:t> –custom CNN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, numer&#10;&#10;Zawartość wygenerowana przez AI może być niepoprawna.">
            <a:extLst>
              <a:ext uri="{FF2B5EF4-FFF2-40B4-BE49-F238E27FC236}">
                <a16:creationId xmlns:a16="http://schemas.microsoft.com/office/drawing/2014/main" id="{F3D3814A-F095-D7CA-49D8-663037CAB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3402" y="965741"/>
            <a:ext cx="6443435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3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99E2BD-C6A6-73C9-D3EB-106D0BAE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Wyniki – EfficientNet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9917411D-3AB1-FEAC-EDC5-FAA892116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2948" y="657369"/>
            <a:ext cx="6217262" cy="56421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85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5AD4C1-B1BA-0BB6-D0A2-EB56DA74D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dirty="0" err="1">
                <a:solidFill>
                  <a:schemeClr val="tx2"/>
                </a:solidFill>
              </a:rPr>
              <a:t>Wyniki</a:t>
            </a:r>
            <a:r>
              <a:rPr lang="en-US" sz="4100" dirty="0">
                <a:solidFill>
                  <a:schemeClr val="tx2"/>
                </a:solidFill>
              </a:rPr>
              <a:t> – MobileNetV3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9F7E8B5C-7745-9C4A-EF59-2751433CF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9531" y="657369"/>
            <a:ext cx="6304096" cy="56421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5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53578E3-48FF-2ED7-98E0-85E02171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Wyniki</a:t>
            </a:r>
            <a:r>
              <a:rPr lang="en-US" sz="4800" dirty="0">
                <a:solidFill>
                  <a:schemeClr val="tx2"/>
                </a:solidFill>
              </a:rPr>
              <a:t> – ResNet50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327B9352-8148-52CB-DEA9-612ED8784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7043" y="657369"/>
            <a:ext cx="6269072" cy="56421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3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87B6EE-1B9C-98CC-033D-0E2837B6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Wyniki – ViT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B61F8716-869B-AE37-FB73-80C5286D6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6999" y="508090"/>
            <a:ext cx="6183004" cy="56265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7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126620-B8D2-4A9D-B4E0-7A88F551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Aplikacja</a:t>
            </a:r>
          </a:p>
        </p:txBody>
      </p:sp>
      <p:pic>
        <p:nvPicPr>
          <p:cNvPr id="4" name="Symbol zastępczy zawartości 3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B98A8A60-BE21-A5C2-0A43-88D2B92AE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529" y="2578608"/>
            <a:ext cx="9619038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82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069A75C-B4DF-68A8-1CA2-EA621AFB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303520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Przykład działania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Obraz 7" descr="Obraz zawierający tekst, zrzut ekranu, Oprogramowanie multimedialne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112690F-E367-840A-0796-B822EC75D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5" y="970929"/>
            <a:ext cx="4551408" cy="4096268"/>
          </a:xfrm>
          <a:prstGeom prst="rect">
            <a:avLst/>
          </a:prstGeom>
        </p:spPr>
      </p:pic>
      <p:pic>
        <p:nvPicPr>
          <p:cNvPr id="7" name="Symbol zastępczy zawartości 6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4A5E21E-B876-692C-F361-50F4D5FE7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71113" y="970929"/>
            <a:ext cx="4749296" cy="4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45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ABBBDC-7455-C589-EEA2-A2A8E273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Mapa </a:t>
            </a:r>
            <a:r>
              <a:rPr lang="en-US" sz="4800" dirty="0" err="1"/>
              <a:t>ciała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, Oprogramowanie multimedialne, oprogramowanie&#10;&#10;Zawartość wygenerowana przez AI może być niepoprawna.">
            <a:extLst>
              <a:ext uri="{FF2B5EF4-FFF2-40B4-BE49-F238E27FC236}">
                <a16:creationId xmlns:a16="http://schemas.microsoft.com/office/drawing/2014/main" id="{769604DA-E255-0688-51B9-A290B2390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534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48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FA0BE2B-CAB6-EA16-1497-EC2FBC97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Kamera </a:t>
            </a:r>
            <a:r>
              <a:rPr lang="en-US" sz="4800" dirty="0" err="1"/>
              <a:t>na</a:t>
            </a:r>
            <a:r>
              <a:rPr lang="en-US" sz="4800" dirty="0"/>
              <a:t> </a:t>
            </a:r>
            <a:r>
              <a:rPr lang="en-US" sz="4800" dirty="0" err="1"/>
              <a:t>żywo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tekst, zrzut ekranu, multimedia, w pomieszczeniu&#10;&#10;Zawartość wygenerowana przez AI może być niepoprawna.">
            <a:extLst>
              <a:ext uri="{FF2B5EF4-FFF2-40B4-BE49-F238E27FC236}">
                <a16:creationId xmlns:a16="http://schemas.microsoft.com/office/drawing/2014/main" id="{D694D97D-AD7C-82FA-EAA9-6958B256E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536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03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E52114-1FDB-2B4D-AB37-B4EC587B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Koniec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AB603A-6B90-67D4-3924-B64CF3F19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 b="1"/>
              <a:t>Dziękuję za uwagę.</a:t>
            </a:r>
            <a:endParaRPr lang="en-US" sz="2400" b="1" err="1"/>
          </a:p>
          <a:p>
            <a:pPr marL="0" indent="0">
              <a:buNone/>
            </a:pPr>
            <a:endParaRPr lang="pl-PL" sz="2400" b="1" dirty="0"/>
          </a:p>
          <a:p>
            <a:pPr marL="0" indent="0">
              <a:buNone/>
            </a:pPr>
            <a:endParaRPr lang="pl-PL" sz="2400" b="1" dirty="0"/>
          </a:p>
          <a:p>
            <a:pPr marL="0" indent="0">
              <a:buNone/>
            </a:pPr>
            <a:endParaRPr lang="pl-PL" sz="2400" b="1" dirty="0"/>
          </a:p>
          <a:p>
            <a:pPr marL="0" indent="0">
              <a:buNone/>
            </a:pPr>
            <a:r>
              <a:rPr lang="pl-PL" sz="2400" b="1"/>
              <a:t>Autor: Raszka Adrian</a:t>
            </a:r>
            <a:endParaRPr lang="pl-PL" sz="2400" b="1" dirty="0"/>
          </a:p>
          <a:p>
            <a:pPr marL="0" indent="0">
              <a:buNone/>
            </a:pPr>
            <a:r>
              <a:rPr lang="en-US" sz="2200" b="1" i="1" dirty="0"/>
              <a:t>Promotor: prof. dr hab. Vasyl </a:t>
            </a:r>
            <a:r>
              <a:rPr lang="en-US" sz="2200" b="1" i="1" dirty="0" err="1"/>
              <a:t>Martsenyuk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i="1" dirty="0" err="1"/>
              <a:t>Uniwersytet</a:t>
            </a:r>
            <a:r>
              <a:rPr lang="en-US" sz="2200" b="1" i="1" dirty="0"/>
              <a:t> Bielsko-</a:t>
            </a:r>
            <a:r>
              <a:rPr lang="en-US" sz="2200" b="1" i="1" dirty="0" err="1"/>
              <a:t>Biała</a:t>
            </a:r>
            <a:endParaRPr lang="pl-PL" b="1" dirty="0" err="1"/>
          </a:p>
        </p:txBody>
      </p:sp>
    </p:spTree>
    <p:extLst>
      <p:ext uri="{BB962C8B-B14F-4D97-AF65-F5344CB8AC3E}">
        <p14:creationId xmlns:p14="http://schemas.microsoft.com/office/powerpoint/2010/main" val="184810162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20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1" baseType="lpstr">
      <vt:lpstr>GestaltVTI</vt:lpstr>
      <vt:lpstr>SYSTEM DO ANALIZY ZDJĘĆ DERMATOLOGICZNYCH Z UŻYCIEM MODELI CNN I TRANSFORMERA </vt:lpstr>
      <vt:lpstr>Agenda</vt:lpstr>
      <vt:lpstr>Wstęp i problem badawczy </vt:lpstr>
      <vt:lpstr>Cel pracy</vt:lpstr>
      <vt:lpstr>Zbiór danych</vt:lpstr>
      <vt:lpstr>Przetwarzanie danych </vt:lpstr>
      <vt:lpstr>Architektury modeli – CNN</vt:lpstr>
      <vt:lpstr>Architektura Transformer</vt:lpstr>
      <vt:lpstr>Proces treningu</vt:lpstr>
      <vt:lpstr>Porównanie treningu modeli</vt:lpstr>
      <vt:lpstr>Wyniki –custom CNN</vt:lpstr>
      <vt:lpstr>Wyniki – EfficientNet</vt:lpstr>
      <vt:lpstr>Wyniki – MobileNetV3</vt:lpstr>
      <vt:lpstr>Wyniki – ResNet50</vt:lpstr>
      <vt:lpstr>Wyniki – ViT</vt:lpstr>
      <vt:lpstr>Aplikacja</vt:lpstr>
      <vt:lpstr>Przykład działania </vt:lpstr>
      <vt:lpstr>Mapa ciała</vt:lpstr>
      <vt:lpstr>Kamera na żywo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39</cp:revision>
  <dcterms:created xsi:type="dcterms:W3CDTF">2026-04-07T07:36:47Z</dcterms:created>
  <dcterms:modified xsi:type="dcterms:W3CDTF">2026-04-07T10:35:30Z</dcterms:modified>
</cp:coreProperties>
</file>